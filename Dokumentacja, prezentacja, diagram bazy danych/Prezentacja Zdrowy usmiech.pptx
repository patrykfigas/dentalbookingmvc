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5138C-DDFC-437B-5501-9FEA14E8AFEE}" v="127" dt="2026-02-08T04:02:57.5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0BF8A-2137-4B17-BED0-FAD8241BD1C3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BBDC256-CF08-43DB-A341-44982E36AE75}">
      <dgm:prSet/>
      <dgm:spPr/>
      <dgm:t>
        <a:bodyPr/>
        <a:lstStyle/>
        <a:p>
          <a:r>
            <a:rPr lang="pl-PL"/>
            <a:t>Technologie:</a:t>
          </a:r>
          <a:endParaRPr lang="en-US"/>
        </a:p>
      </dgm:t>
    </dgm:pt>
    <dgm:pt modelId="{60181E36-E958-42F5-BD8F-D0293847DACA}" type="parTrans" cxnId="{96D2936E-FACB-4671-B77D-7E0D75886DBC}">
      <dgm:prSet/>
      <dgm:spPr/>
      <dgm:t>
        <a:bodyPr/>
        <a:lstStyle/>
        <a:p>
          <a:endParaRPr lang="en-US"/>
        </a:p>
      </dgm:t>
    </dgm:pt>
    <dgm:pt modelId="{44CDD8C4-6A0E-49C4-803A-8C950302FC97}" type="sibTrans" cxnId="{96D2936E-FACB-4671-B77D-7E0D75886DBC}">
      <dgm:prSet/>
      <dgm:spPr/>
      <dgm:t>
        <a:bodyPr/>
        <a:lstStyle/>
        <a:p>
          <a:endParaRPr lang="en-US"/>
        </a:p>
      </dgm:t>
    </dgm:pt>
    <dgm:pt modelId="{DDF10CD3-3146-446C-B512-778DF3189346}">
      <dgm:prSet/>
      <dgm:spPr/>
      <dgm:t>
        <a:bodyPr/>
        <a:lstStyle/>
        <a:p>
          <a:r>
            <a:rPr lang="pl-PL"/>
            <a:t>ASP.NET Core MVC</a:t>
          </a:r>
          <a:endParaRPr lang="en-US"/>
        </a:p>
      </dgm:t>
    </dgm:pt>
    <dgm:pt modelId="{63B76AB6-CBF4-4672-9D40-A15794FDA12F}" type="parTrans" cxnId="{607C22F1-B4E5-4113-8B34-FFD2066D27D7}">
      <dgm:prSet/>
      <dgm:spPr/>
      <dgm:t>
        <a:bodyPr/>
        <a:lstStyle/>
        <a:p>
          <a:endParaRPr lang="en-US"/>
        </a:p>
      </dgm:t>
    </dgm:pt>
    <dgm:pt modelId="{5475E70F-0B01-4D9A-8B07-2C2E75E8C179}" type="sibTrans" cxnId="{607C22F1-B4E5-4113-8B34-FFD2066D27D7}">
      <dgm:prSet/>
      <dgm:spPr/>
      <dgm:t>
        <a:bodyPr/>
        <a:lstStyle/>
        <a:p>
          <a:endParaRPr lang="en-US"/>
        </a:p>
      </dgm:t>
    </dgm:pt>
    <dgm:pt modelId="{C6F39A03-7A58-4199-A613-274D6C704A9B}">
      <dgm:prSet/>
      <dgm:spPr/>
      <dgm:t>
        <a:bodyPr/>
        <a:lstStyle/>
        <a:p>
          <a:r>
            <a:rPr lang="pl-PL"/>
            <a:t>Entity Framework Core + migracje</a:t>
          </a:r>
          <a:endParaRPr lang="en-US"/>
        </a:p>
      </dgm:t>
    </dgm:pt>
    <dgm:pt modelId="{391F2A85-113A-44C7-9F06-F6A505EC0637}" type="parTrans" cxnId="{A5A1842F-C083-46EF-B599-41445EAD015D}">
      <dgm:prSet/>
      <dgm:spPr/>
      <dgm:t>
        <a:bodyPr/>
        <a:lstStyle/>
        <a:p>
          <a:endParaRPr lang="en-US"/>
        </a:p>
      </dgm:t>
    </dgm:pt>
    <dgm:pt modelId="{56D233FA-22E0-4BA7-A3E2-B51FDDB29FB2}" type="sibTrans" cxnId="{A5A1842F-C083-46EF-B599-41445EAD015D}">
      <dgm:prSet/>
      <dgm:spPr/>
      <dgm:t>
        <a:bodyPr/>
        <a:lstStyle/>
        <a:p>
          <a:endParaRPr lang="en-US"/>
        </a:p>
      </dgm:t>
    </dgm:pt>
    <dgm:pt modelId="{6661503C-5623-4CB0-BE32-010ACFEAA793}">
      <dgm:prSet/>
      <dgm:spPr/>
      <dgm:t>
        <a:bodyPr/>
        <a:lstStyle/>
        <a:p>
          <a:r>
            <a:rPr lang="pl-PL"/>
            <a:t>ASP.NET Core Identity</a:t>
          </a:r>
          <a:endParaRPr lang="en-US"/>
        </a:p>
      </dgm:t>
    </dgm:pt>
    <dgm:pt modelId="{98151B6A-6592-424A-B40B-92635B19D2C9}" type="parTrans" cxnId="{ED57980E-4672-47D7-95E9-89D0FCA29495}">
      <dgm:prSet/>
      <dgm:spPr/>
      <dgm:t>
        <a:bodyPr/>
        <a:lstStyle/>
        <a:p>
          <a:endParaRPr lang="en-US"/>
        </a:p>
      </dgm:t>
    </dgm:pt>
    <dgm:pt modelId="{0766FEFB-B0BE-4605-9A8D-DC4CC219EDC5}" type="sibTrans" cxnId="{ED57980E-4672-47D7-95E9-89D0FCA29495}">
      <dgm:prSet/>
      <dgm:spPr/>
      <dgm:t>
        <a:bodyPr/>
        <a:lstStyle/>
        <a:p>
          <a:endParaRPr lang="en-US"/>
        </a:p>
      </dgm:t>
    </dgm:pt>
    <dgm:pt modelId="{BBEB06FA-F625-4CED-B396-D15F9BAC0EF6}">
      <dgm:prSet/>
      <dgm:spPr/>
      <dgm:t>
        <a:bodyPr/>
        <a:lstStyle/>
        <a:p>
          <a:r>
            <a:rPr lang="pl-PL"/>
            <a:t>SQL Server</a:t>
          </a:r>
          <a:endParaRPr lang="en-US"/>
        </a:p>
      </dgm:t>
    </dgm:pt>
    <dgm:pt modelId="{DDF1B32F-EA45-48F6-A55A-AF9855E477A5}" type="parTrans" cxnId="{33CE6D3D-459A-4D9B-93C5-C0890A98CB0B}">
      <dgm:prSet/>
      <dgm:spPr/>
      <dgm:t>
        <a:bodyPr/>
        <a:lstStyle/>
        <a:p>
          <a:endParaRPr lang="en-US"/>
        </a:p>
      </dgm:t>
    </dgm:pt>
    <dgm:pt modelId="{4C031444-002F-4A4D-B4DB-07762D627D9E}" type="sibTrans" cxnId="{33CE6D3D-459A-4D9B-93C5-C0890A98CB0B}">
      <dgm:prSet/>
      <dgm:spPr/>
      <dgm:t>
        <a:bodyPr/>
        <a:lstStyle/>
        <a:p>
          <a:endParaRPr lang="en-US"/>
        </a:p>
      </dgm:t>
    </dgm:pt>
    <dgm:pt modelId="{B68BB314-A0E1-48D5-B03A-860CC52A9185}">
      <dgm:prSet/>
      <dgm:spPr/>
      <dgm:t>
        <a:bodyPr/>
        <a:lstStyle/>
        <a:p>
          <a:r>
            <a:rPr lang="pl-PL"/>
            <a:t>Razor Views + Bootstrap</a:t>
          </a:r>
          <a:endParaRPr lang="en-US"/>
        </a:p>
      </dgm:t>
    </dgm:pt>
    <dgm:pt modelId="{4BF61896-C57F-4DB0-9D21-25390EC9F2F3}" type="parTrans" cxnId="{3E364C42-7173-40D6-8AAA-576F86312E06}">
      <dgm:prSet/>
      <dgm:spPr/>
      <dgm:t>
        <a:bodyPr/>
        <a:lstStyle/>
        <a:p>
          <a:endParaRPr lang="en-US"/>
        </a:p>
      </dgm:t>
    </dgm:pt>
    <dgm:pt modelId="{AD3E2CCD-065C-4FCD-8DAA-386DF750D237}" type="sibTrans" cxnId="{3E364C42-7173-40D6-8AAA-576F86312E06}">
      <dgm:prSet/>
      <dgm:spPr/>
      <dgm:t>
        <a:bodyPr/>
        <a:lstStyle/>
        <a:p>
          <a:endParaRPr lang="en-US"/>
        </a:p>
      </dgm:t>
    </dgm:pt>
    <dgm:pt modelId="{FB65C685-972D-4880-BFB6-E781A7FEA600}">
      <dgm:prSet/>
      <dgm:spPr/>
      <dgm:t>
        <a:bodyPr/>
        <a:lstStyle/>
        <a:p>
          <a:r>
            <a:rPr lang="pl-PL"/>
            <a:t>JavaScript (walidacja / UI)</a:t>
          </a:r>
          <a:endParaRPr lang="en-US"/>
        </a:p>
      </dgm:t>
    </dgm:pt>
    <dgm:pt modelId="{4FDF176D-CA98-4659-A6E5-ECF5EC2FBA5F}" type="parTrans" cxnId="{D24074D5-1E04-4074-A1A5-B6AFCBFDF7AD}">
      <dgm:prSet/>
      <dgm:spPr/>
      <dgm:t>
        <a:bodyPr/>
        <a:lstStyle/>
        <a:p>
          <a:endParaRPr lang="en-US"/>
        </a:p>
      </dgm:t>
    </dgm:pt>
    <dgm:pt modelId="{7526DEA5-F3C7-4F32-A066-B232E6AB41B9}" type="sibTrans" cxnId="{D24074D5-1E04-4074-A1A5-B6AFCBFDF7AD}">
      <dgm:prSet/>
      <dgm:spPr/>
      <dgm:t>
        <a:bodyPr/>
        <a:lstStyle/>
        <a:p>
          <a:endParaRPr lang="en-US"/>
        </a:p>
      </dgm:t>
    </dgm:pt>
    <dgm:pt modelId="{DC5182F0-99BC-4F3D-86D8-2DE203F258CD}" type="pres">
      <dgm:prSet presAssocID="{F8E0BF8A-2137-4B17-BED0-FAD8241BD1C3}" presName="Name0" presStyleCnt="0">
        <dgm:presLayoutVars>
          <dgm:dir/>
          <dgm:animLvl val="lvl"/>
          <dgm:resizeHandles val="exact"/>
        </dgm:presLayoutVars>
      </dgm:prSet>
      <dgm:spPr/>
    </dgm:pt>
    <dgm:pt modelId="{AFD7AD19-EC6E-4B67-9D45-D41F7914D429}" type="pres">
      <dgm:prSet presAssocID="{3BBDC256-CF08-43DB-A341-44982E36AE75}" presName="linNode" presStyleCnt="0"/>
      <dgm:spPr/>
    </dgm:pt>
    <dgm:pt modelId="{D9EF69B3-3A98-4828-A98B-19E6E2454F0E}" type="pres">
      <dgm:prSet presAssocID="{3BBDC256-CF08-43DB-A341-44982E36AE75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6DA828FD-8960-42F9-A1F3-5BC3115C18EF}" type="pres">
      <dgm:prSet presAssocID="{44CDD8C4-6A0E-49C4-803A-8C950302FC97}" presName="sp" presStyleCnt="0"/>
      <dgm:spPr/>
    </dgm:pt>
    <dgm:pt modelId="{23058283-0166-480A-B805-55873FA7FBBD}" type="pres">
      <dgm:prSet presAssocID="{DDF10CD3-3146-446C-B512-778DF3189346}" presName="linNode" presStyleCnt="0"/>
      <dgm:spPr/>
    </dgm:pt>
    <dgm:pt modelId="{DDC6997C-7C55-425A-903F-0BAA06CFB4E6}" type="pres">
      <dgm:prSet presAssocID="{DDF10CD3-3146-446C-B512-778DF3189346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B870EF71-9C0B-4BF0-A3B4-89A7708B6EF5}" type="pres">
      <dgm:prSet presAssocID="{5475E70F-0B01-4D9A-8B07-2C2E75E8C179}" presName="sp" presStyleCnt="0"/>
      <dgm:spPr/>
    </dgm:pt>
    <dgm:pt modelId="{856F270B-BA60-429D-AD1F-2F60714D605A}" type="pres">
      <dgm:prSet presAssocID="{C6F39A03-7A58-4199-A613-274D6C704A9B}" presName="linNode" presStyleCnt="0"/>
      <dgm:spPr/>
    </dgm:pt>
    <dgm:pt modelId="{E4E51B46-3D42-4699-918A-A14E3F505313}" type="pres">
      <dgm:prSet presAssocID="{C6F39A03-7A58-4199-A613-274D6C704A9B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1B182A44-A596-4F47-93F3-C11A8ABD7BF1}" type="pres">
      <dgm:prSet presAssocID="{56D233FA-22E0-4BA7-A3E2-B51FDDB29FB2}" presName="sp" presStyleCnt="0"/>
      <dgm:spPr/>
    </dgm:pt>
    <dgm:pt modelId="{36B0CF81-FAD9-48A5-815B-04F14054BFDC}" type="pres">
      <dgm:prSet presAssocID="{6661503C-5623-4CB0-BE32-010ACFEAA793}" presName="linNode" presStyleCnt="0"/>
      <dgm:spPr/>
    </dgm:pt>
    <dgm:pt modelId="{ADDC78DA-E2C2-4D3E-B3DD-CFD7E404C08B}" type="pres">
      <dgm:prSet presAssocID="{6661503C-5623-4CB0-BE32-010ACFEAA793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5B8E651F-33E8-49F7-95A2-9522D398CBF3}" type="pres">
      <dgm:prSet presAssocID="{0766FEFB-B0BE-4605-9A8D-DC4CC219EDC5}" presName="sp" presStyleCnt="0"/>
      <dgm:spPr/>
    </dgm:pt>
    <dgm:pt modelId="{568F1094-67B3-435E-A926-38C30826A15A}" type="pres">
      <dgm:prSet presAssocID="{BBEB06FA-F625-4CED-B396-D15F9BAC0EF6}" presName="linNode" presStyleCnt="0"/>
      <dgm:spPr/>
    </dgm:pt>
    <dgm:pt modelId="{4435E041-E381-4769-9F9C-C6DFE495808C}" type="pres">
      <dgm:prSet presAssocID="{BBEB06FA-F625-4CED-B396-D15F9BAC0EF6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6F938353-A6CC-45AF-94CE-856AD4B13E21}" type="pres">
      <dgm:prSet presAssocID="{4C031444-002F-4A4D-B4DB-07762D627D9E}" presName="sp" presStyleCnt="0"/>
      <dgm:spPr/>
    </dgm:pt>
    <dgm:pt modelId="{688DA376-D72F-4CD9-8164-6A32C35A232B}" type="pres">
      <dgm:prSet presAssocID="{B68BB314-A0E1-48D5-B03A-860CC52A9185}" presName="linNode" presStyleCnt="0"/>
      <dgm:spPr/>
    </dgm:pt>
    <dgm:pt modelId="{F2640C3C-CE89-4359-8E29-BC8D41485D8F}" type="pres">
      <dgm:prSet presAssocID="{B68BB314-A0E1-48D5-B03A-860CC52A9185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04C1808E-59A4-462F-A67C-5D2D171448ED}" type="pres">
      <dgm:prSet presAssocID="{AD3E2CCD-065C-4FCD-8DAA-386DF750D237}" presName="sp" presStyleCnt="0"/>
      <dgm:spPr/>
    </dgm:pt>
    <dgm:pt modelId="{A6BD67D4-D472-4B4A-A81A-42252614D08F}" type="pres">
      <dgm:prSet presAssocID="{FB65C685-972D-4880-BFB6-E781A7FEA600}" presName="linNode" presStyleCnt="0"/>
      <dgm:spPr/>
    </dgm:pt>
    <dgm:pt modelId="{BA5C0EE9-7C0D-4527-B67D-CBE12BF23CCF}" type="pres">
      <dgm:prSet presAssocID="{FB65C685-972D-4880-BFB6-E781A7FEA600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ED57980E-4672-47D7-95E9-89D0FCA29495}" srcId="{F8E0BF8A-2137-4B17-BED0-FAD8241BD1C3}" destId="{6661503C-5623-4CB0-BE32-010ACFEAA793}" srcOrd="3" destOrd="0" parTransId="{98151B6A-6592-424A-B40B-92635B19D2C9}" sibTransId="{0766FEFB-B0BE-4605-9A8D-DC4CC219EDC5}"/>
    <dgm:cxn modelId="{A37FF419-1BEC-474C-BFF5-ADCDE131E06E}" type="presOf" srcId="{6661503C-5623-4CB0-BE32-010ACFEAA793}" destId="{ADDC78DA-E2C2-4D3E-B3DD-CFD7E404C08B}" srcOrd="0" destOrd="0" presId="urn:microsoft.com/office/officeart/2005/8/layout/vList5"/>
    <dgm:cxn modelId="{77BE8B2E-7717-4AC3-A6D3-DA9FDA6D44B4}" type="presOf" srcId="{DDF10CD3-3146-446C-B512-778DF3189346}" destId="{DDC6997C-7C55-425A-903F-0BAA06CFB4E6}" srcOrd="0" destOrd="0" presId="urn:microsoft.com/office/officeart/2005/8/layout/vList5"/>
    <dgm:cxn modelId="{A5A1842F-C083-46EF-B599-41445EAD015D}" srcId="{F8E0BF8A-2137-4B17-BED0-FAD8241BD1C3}" destId="{C6F39A03-7A58-4199-A613-274D6C704A9B}" srcOrd="2" destOrd="0" parTransId="{391F2A85-113A-44C7-9F06-F6A505EC0637}" sibTransId="{56D233FA-22E0-4BA7-A3E2-B51FDDB29FB2}"/>
    <dgm:cxn modelId="{33CE6D3D-459A-4D9B-93C5-C0890A98CB0B}" srcId="{F8E0BF8A-2137-4B17-BED0-FAD8241BD1C3}" destId="{BBEB06FA-F625-4CED-B396-D15F9BAC0EF6}" srcOrd="4" destOrd="0" parTransId="{DDF1B32F-EA45-48F6-A55A-AF9855E477A5}" sibTransId="{4C031444-002F-4A4D-B4DB-07762D627D9E}"/>
    <dgm:cxn modelId="{3E364C42-7173-40D6-8AAA-576F86312E06}" srcId="{F8E0BF8A-2137-4B17-BED0-FAD8241BD1C3}" destId="{B68BB314-A0E1-48D5-B03A-860CC52A9185}" srcOrd="5" destOrd="0" parTransId="{4BF61896-C57F-4DB0-9D21-25390EC9F2F3}" sibTransId="{AD3E2CCD-065C-4FCD-8DAA-386DF750D237}"/>
    <dgm:cxn modelId="{96D2936E-FACB-4671-B77D-7E0D75886DBC}" srcId="{F8E0BF8A-2137-4B17-BED0-FAD8241BD1C3}" destId="{3BBDC256-CF08-43DB-A341-44982E36AE75}" srcOrd="0" destOrd="0" parTransId="{60181E36-E958-42F5-BD8F-D0293847DACA}" sibTransId="{44CDD8C4-6A0E-49C4-803A-8C950302FC97}"/>
    <dgm:cxn modelId="{3A9C5C50-63CD-4410-95A1-FF4D14253AD6}" type="presOf" srcId="{FB65C685-972D-4880-BFB6-E781A7FEA600}" destId="{BA5C0EE9-7C0D-4527-B67D-CBE12BF23CCF}" srcOrd="0" destOrd="0" presId="urn:microsoft.com/office/officeart/2005/8/layout/vList5"/>
    <dgm:cxn modelId="{1B2F525A-A0AD-466C-BE6F-1382951B548F}" type="presOf" srcId="{C6F39A03-7A58-4199-A613-274D6C704A9B}" destId="{E4E51B46-3D42-4699-918A-A14E3F505313}" srcOrd="0" destOrd="0" presId="urn:microsoft.com/office/officeart/2005/8/layout/vList5"/>
    <dgm:cxn modelId="{BD6F7784-B8D8-4531-8634-A64A058F054C}" type="presOf" srcId="{B68BB314-A0E1-48D5-B03A-860CC52A9185}" destId="{F2640C3C-CE89-4359-8E29-BC8D41485D8F}" srcOrd="0" destOrd="0" presId="urn:microsoft.com/office/officeart/2005/8/layout/vList5"/>
    <dgm:cxn modelId="{F24B478B-99CA-4C92-9302-33BE7782EB4B}" type="presOf" srcId="{BBEB06FA-F625-4CED-B396-D15F9BAC0EF6}" destId="{4435E041-E381-4769-9F9C-C6DFE495808C}" srcOrd="0" destOrd="0" presId="urn:microsoft.com/office/officeart/2005/8/layout/vList5"/>
    <dgm:cxn modelId="{1AD7F39C-38A5-4192-A993-A756BDAD219B}" type="presOf" srcId="{3BBDC256-CF08-43DB-A341-44982E36AE75}" destId="{D9EF69B3-3A98-4828-A98B-19E6E2454F0E}" srcOrd="0" destOrd="0" presId="urn:microsoft.com/office/officeart/2005/8/layout/vList5"/>
    <dgm:cxn modelId="{A56445C4-3645-4834-AF3A-91702B61DE66}" type="presOf" srcId="{F8E0BF8A-2137-4B17-BED0-FAD8241BD1C3}" destId="{DC5182F0-99BC-4F3D-86D8-2DE203F258CD}" srcOrd="0" destOrd="0" presId="urn:microsoft.com/office/officeart/2005/8/layout/vList5"/>
    <dgm:cxn modelId="{D24074D5-1E04-4074-A1A5-B6AFCBFDF7AD}" srcId="{F8E0BF8A-2137-4B17-BED0-FAD8241BD1C3}" destId="{FB65C685-972D-4880-BFB6-E781A7FEA600}" srcOrd="6" destOrd="0" parTransId="{4FDF176D-CA98-4659-A6E5-ECF5EC2FBA5F}" sibTransId="{7526DEA5-F3C7-4F32-A066-B232E6AB41B9}"/>
    <dgm:cxn modelId="{607C22F1-B4E5-4113-8B34-FFD2066D27D7}" srcId="{F8E0BF8A-2137-4B17-BED0-FAD8241BD1C3}" destId="{DDF10CD3-3146-446C-B512-778DF3189346}" srcOrd="1" destOrd="0" parTransId="{63B76AB6-CBF4-4672-9D40-A15794FDA12F}" sibTransId="{5475E70F-0B01-4D9A-8B07-2C2E75E8C179}"/>
    <dgm:cxn modelId="{D9178A14-FC7F-4A63-8224-D1D14C115987}" type="presParOf" srcId="{DC5182F0-99BC-4F3D-86D8-2DE203F258CD}" destId="{AFD7AD19-EC6E-4B67-9D45-D41F7914D429}" srcOrd="0" destOrd="0" presId="urn:microsoft.com/office/officeart/2005/8/layout/vList5"/>
    <dgm:cxn modelId="{DD15D4D8-F069-41FC-B240-512B1A20311E}" type="presParOf" srcId="{AFD7AD19-EC6E-4B67-9D45-D41F7914D429}" destId="{D9EF69B3-3A98-4828-A98B-19E6E2454F0E}" srcOrd="0" destOrd="0" presId="urn:microsoft.com/office/officeart/2005/8/layout/vList5"/>
    <dgm:cxn modelId="{11657255-176B-4F7C-B2B9-FE95645CF13C}" type="presParOf" srcId="{DC5182F0-99BC-4F3D-86D8-2DE203F258CD}" destId="{6DA828FD-8960-42F9-A1F3-5BC3115C18EF}" srcOrd="1" destOrd="0" presId="urn:microsoft.com/office/officeart/2005/8/layout/vList5"/>
    <dgm:cxn modelId="{10916A38-99A1-443E-BCF7-D10BA8D7294A}" type="presParOf" srcId="{DC5182F0-99BC-4F3D-86D8-2DE203F258CD}" destId="{23058283-0166-480A-B805-55873FA7FBBD}" srcOrd="2" destOrd="0" presId="urn:microsoft.com/office/officeart/2005/8/layout/vList5"/>
    <dgm:cxn modelId="{2B646DEC-6D58-4EB9-9F26-8CC569F405DA}" type="presParOf" srcId="{23058283-0166-480A-B805-55873FA7FBBD}" destId="{DDC6997C-7C55-425A-903F-0BAA06CFB4E6}" srcOrd="0" destOrd="0" presId="urn:microsoft.com/office/officeart/2005/8/layout/vList5"/>
    <dgm:cxn modelId="{A12F4FDE-108D-477A-A513-11AA8095AD7D}" type="presParOf" srcId="{DC5182F0-99BC-4F3D-86D8-2DE203F258CD}" destId="{B870EF71-9C0B-4BF0-A3B4-89A7708B6EF5}" srcOrd="3" destOrd="0" presId="urn:microsoft.com/office/officeart/2005/8/layout/vList5"/>
    <dgm:cxn modelId="{3FAF686A-FBF0-4316-9EE1-18610F48DB4A}" type="presParOf" srcId="{DC5182F0-99BC-4F3D-86D8-2DE203F258CD}" destId="{856F270B-BA60-429D-AD1F-2F60714D605A}" srcOrd="4" destOrd="0" presId="urn:microsoft.com/office/officeart/2005/8/layout/vList5"/>
    <dgm:cxn modelId="{B826D385-581E-4A0A-A6FA-9A8E7EB1B444}" type="presParOf" srcId="{856F270B-BA60-429D-AD1F-2F60714D605A}" destId="{E4E51B46-3D42-4699-918A-A14E3F505313}" srcOrd="0" destOrd="0" presId="urn:microsoft.com/office/officeart/2005/8/layout/vList5"/>
    <dgm:cxn modelId="{B3EF6049-E1A2-417F-8369-3B7CB4766371}" type="presParOf" srcId="{DC5182F0-99BC-4F3D-86D8-2DE203F258CD}" destId="{1B182A44-A596-4F47-93F3-C11A8ABD7BF1}" srcOrd="5" destOrd="0" presId="urn:microsoft.com/office/officeart/2005/8/layout/vList5"/>
    <dgm:cxn modelId="{07D20849-058A-4F49-9CA2-8A27D219EC60}" type="presParOf" srcId="{DC5182F0-99BC-4F3D-86D8-2DE203F258CD}" destId="{36B0CF81-FAD9-48A5-815B-04F14054BFDC}" srcOrd="6" destOrd="0" presId="urn:microsoft.com/office/officeart/2005/8/layout/vList5"/>
    <dgm:cxn modelId="{C6810DBB-CE90-41AD-988C-3ED426201A7E}" type="presParOf" srcId="{36B0CF81-FAD9-48A5-815B-04F14054BFDC}" destId="{ADDC78DA-E2C2-4D3E-B3DD-CFD7E404C08B}" srcOrd="0" destOrd="0" presId="urn:microsoft.com/office/officeart/2005/8/layout/vList5"/>
    <dgm:cxn modelId="{CBF936EA-1FFF-4C9C-A13F-60C47E51096B}" type="presParOf" srcId="{DC5182F0-99BC-4F3D-86D8-2DE203F258CD}" destId="{5B8E651F-33E8-49F7-95A2-9522D398CBF3}" srcOrd="7" destOrd="0" presId="urn:microsoft.com/office/officeart/2005/8/layout/vList5"/>
    <dgm:cxn modelId="{3DD87DDE-78FF-4CAE-8D8E-E1F506F02F4D}" type="presParOf" srcId="{DC5182F0-99BC-4F3D-86D8-2DE203F258CD}" destId="{568F1094-67B3-435E-A926-38C30826A15A}" srcOrd="8" destOrd="0" presId="urn:microsoft.com/office/officeart/2005/8/layout/vList5"/>
    <dgm:cxn modelId="{14F838D8-AD79-4CD9-9937-BA65D339EB62}" type="presParOf" srcId="{568F1094-67B3-435E-A926-38C30826A15A}" destId="{4435E041-E381-4769-9F9C-C6DFE495808C}" srcOrd="0" destOrd="0" presId="urn:microsoft.com/office/officeart/2005/8/layout/vList5"/>
    <dgm:cxn modelId="{E7587ED6-2D44-43F1-B05F-E7164B32C1BC}" type="presParOf" srcId="{DC5182F0-99BC-4F3D-86D8-2DE203F258CD}" destId="{6F938353-A6CC-45AF-94CE-856AD4B13E21}" srcOrd="9" destOrd="0" presId="urn:microsoft.com/office/officeart/2005/8/layout/vList5"/>
    <dgm:cxn modelId="{82E44D54-2C23-4202-8E4A-FA2E74FE15B5}" type="presParOf" srcId="{DC5182F0-99BC-4F3D-86D8-2DE203F258CD}" destId="{688DA376-D72F-4CD9-8164-6A32C35A232B}" srcOrd="10" destOrd="0" presId="urn:microsoft.com/office/officeart/2005/8/layout/vList5"/>
    <dgm:cxn modelId="{9B5A5D3D-434B-4DC2-90AF-F5E0988F0579}" type="presParOf" srcId="{688DA376-D72F-4CD9-8164-6A32C35A232B}" destId="{F2640C3C-CE89-4359-8E29-BC8D41485D8F}" srcOrd="0" destOrd="0" presId="urn:microsoft.com/office/officeart/2005/8/layout/vList5"/>
    <dgm:cxn modelId="{A7D2A164-5F64-4E86-ADD6-816448C2CAFF}" type="presParOf" srcId="{DC5182F0-99BC-4F3D-86D8-2DE203F258CD}" destId="{04C1808E-59A4-462F-A67C-5D2D171448ED}" srcOrd="11" destOrd="0" presId="urn:microsoft.com/office/officeart/2005/8/layout/vList5"/>
    <dgm:cxn modelId="{551293BC-CD04-4489-A0C0-6CA8D8FF7ACA}" type="presParOf" srcId="{DC5182F0-99BC-4F3D-86D8-2DE203F258CD}" destId="{A6BD67D4-D472-4B4A-A81A-42252614D08F}" srcOrd="12" destOrd="0" presId="urn:microsoft.com/office/officeart/2005/8/layout/vList5"/>
    <dgm:cxn modelId="{791AADD2-DDEB-4E93-BEC6-35B8E26C45A2}" type="presParOf" srcId="{A6BD67D4-D472-4B4A-A81A-42252614D08F}" destId="{BA5C0EE9-7C0D-4527-B67D-CBE12BF23CC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6B566B-3A9B-478D-8BAA-D7F7506FD741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77F1D3A-EA75-4B5E-8E0A-3BB3A204A8E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pl-PL" sz="50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pełny CRUD</a:t>
          </a:r>
          <a:endParaRPr lang="en-US" sz="50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1F184075-1D9A-470D-929D-D4E79AC034DD}" type="parTrans" cxnId="{E61475E2-E768-418D-BED8-D85FD739B31E}">
      <dgm:prSet/>
      <dgm:spPr/>
      <dgm:t>
        <a:bodyPr/>
        <a:lstStyle/>
        <a:p>
          <a:endParaRPr lang="en-US"/>
        </a:p>
      </dgm:t>
    </dgm:pt>
    <dgm:pt modelId="{B160AFAB-E81D-4367-9157-DB77C4CC71CC}" type="sibTrans" cxnId="{E61475E2-E768-418D-BED8-D85FD739B31E}">
      <dgm:prSet/>
      <dgm:spPr/>
      <dgm:t>
        <a:bodyPr/>
        <a:lstStyle/>
        <a:p>
          <a:endParaRPr lang="en-US"/>
        </a:p>
      </dgm:t>
    </dgm:pt>
    <dgm:pt modelId="{D3F087A3-440E-4913-A090-BA1AA990E91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pl-PL" sz="50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role i autoryzacja</a:t>
          </a:r>
          <a:endParaRPr lang="en-US" sz="50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7A26D116-B7E9-417E-AED5-9000080786EE}" type="parTrans" cxnId="{9B69D4C8-C961-402C-8738-9349E7ED6248}">
      <dgm:prSet/>
      <dgm:spPr/>
      <dgm:t>
        <a:bodyPr/>
        <a:lstStyle/>
        <a:p>
          <a:endParaRPr lang="en-US"/>
        </a:p>
      </dgm:t>
    </dgm:pt>
    <dgm:pt modelId="{B9012030-15CA-4572-96F9-A3D218756761}" type="sibTrans" cxnId="{9B69D4C8-C961-402C-8738-9349E7ED6248}">
      <dgm:prSet/>
      <dgm:spPr/>
      <dgm:t>
        <a:bodyPr/>
        <a:lstStyle/>
        <a:p>
          <a:endParaRPr lang="en-US"/>
        </a:p>
      </dgm:t>
    </dgm:pt>
    <dgm:pt modelId="{F923DBEE-C71D-4042-9DBB-DADE482847A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pl-PL" sz="50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relacyjna baza danych</a:t>
          </a:r>
          <a:endParaRPr lang="en-US" sz="50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71C39D48-338A-46AD-BC7B-9AE227F43E75}" type="parTrans" cxnId="{8A705D88-14E2-4E6F-856D-63E68B66F510}">
      <dgm:prSet/>
      <dgm:spPr/>
      <dgm:t>
        <a:bodyPr/>
        <a:lstStyle/>
        <a:p>
          <a:endParaRPr lang="en-US"/>
        </a:p>
      </dgm:t>
    </dgm:pt>
    <dgm:pt modelId="{DB387F5C-AD73-44EC-B0B6-F4BDDC857088}" type="sibTrans" cxnId="{8A705D88-14E2-4E6F-856D-63E68B66F510}">
      <dgm:prSet/>
      <dgm:spPr/>
      <dgm:t>
        <a:bodyPr/>
        <a:lstStyle/>
        <a:p>
          <a:endParaRPr lang="en-US"/>
        </a:p>
      </dgm:t>
    </dgm:pt>
    <dgm:pt modelId="{8ED6FBFE-FE64-406B-90C4-9DB0E46E0FF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pl-PL" sz="50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czytelny interfejs UI</a:t>
          </a:r>
          <a:endParaRPr lang="en-US" sz="50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gm:t>
    </dgm:pt>
    <dgm:pt modelId="{7A94EDB0-4049-41B3-9776-AF1DEB3D0901}" type="parTrans" cxnId="{5A148E6F-1409-417A-AE9D-427995DBF782}">
      <dgm:prSet/>
      <dgm:spPr/>
      <dgm:t>
        <a:bodyPr/>
        <a:lstStyle/>
        <a:p>
          <a:endParaRPr lang="en-US"/>
        </a:p>
      </dgm:t>
    </dgm:pt>
    <dgm:pt modelId="{7B6E5893-9C45-45BB-9A95-3B51872683A1}" type="sibTrans" cxnId="{5A148E6F-1409-417A-AE9D-427995DBF782}">
      <dgm:prSet/>
      <dgm:spPr/>
      <dgm:t>
        <a:bodyPr/>
        <a:lstStyle/>
        <a:p>
          <a:endParaRPr lang="en-US"/>
        </a:p>
      </dgm:t>
    </dgm:pt>
    <dgm:pt modelId="{DBDEAC3E-969D-44B3-90A3-C43E08589775}" type="pres">
      <dgm:prSet presAssocID="{436B566B-3A9B-478D-8BAA-D7F7506FD741}" presName="linear" presStyleCnt="0">
        <dgm:presLayoutVars>
          <dgm:animLvl val="lvl"/>
          <dgm:resizeHandles val="exact"/>
        </dgm:presLayoutVars>
      </dgm:prSet>
      <dgm:spPr/>
    </dgm:pt>
    <dgm:pt modelId="{ACFA5E9D-7593-4CC3-AD56-4CE46B063828}" type="pres">
      <dgm:prSet presAssocID="{177F1D3A-EA75-4B5E-8E0A-3BB3A204A8E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7753DE1-3CED-4BCF-ABED-CEA3EC25D07B}" type="pres">
      <dgm:prSet presAssocID="{B160AFAB-E81D-4367-9157-DB77C4CC71CC}" presName="spacer" presStyleCnt="0"/>
      <dgm:spPr/>
    </dgm:pt>
    <dgm:pt modelId="{65F9B488-6531-452B-8704-F23BCBA245C9}" type="pres">
      <dgm:prSet presAssocID="{D3F087A3-440E-4913-A090-BA1AA990E9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8098614-A9AA-4128-813D-0AF681F0C7C5}" type="pres">
      <dgm:prSet presAssocID="{B9012030-15CA-4572-96F9-A3D218756761}" presName="spacer" presStyleCnt="0"/>
      <dgm:spPr/>
    </dgm:pt>
    <dgm:pt modelId="{3127412A-4210-4ABE-8BC5-706DAB8FAC1F}" type="pres">
      <dgm:prSet presAssocID="{F923DBEE-C71D-4042-9DBB-DADE482847A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A437C33-D4C9-4BD6-B98B-BFDF9C6FD2DC}" type="pres">
      <dgm:prSet presAssocID="{DB387F5C-AD73-44EC-B0B6-F4BDDC857088}" presName="spacer" presStyleCnt="0"/>
      <dgm:spPr/>
    </dgm:pt>
    <dgm:pt modelId="{F4CBD107-D5E8-43EC-B9CF-A5D8ACF318AB}" type="pres">
      <dgm:prSet presAssocID="{8ED6FBFE-FE64-406B-90C4-9DB0E46E0FF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DEC103-E26C-4C35-9665-8DFD78B13806}" type="presOf" srcId="{436B566B-3A9B-478D-8BAA-D7F7506FD741}" destId="{DBDEAC3E-969D-44B3-90A3-C43E08589775}" srcOrd="0" destOrd="0" presId="urn:microsoft.com/office/officeart/2005/8/layout/vList2"/>
    <dgm:cxn modelId="{5D5B573E-EDA1-4D1B-B565-26D282C22628}" type="presOf" srcId="{D3F087A3-440E-4913-A090-BA1AA990E912}" destId="{65F9B488-6531-452B-8704-F23BCBA245C9}" srcOrd="0" destOrd="0" presId="urn:microsoft.com/office/officeart/2005/8/layout/vList2"/>
    <dgm:cxn modelId="{5A148E6F-1409-417A-AE9D-427995DBF782}" srcId="{436B566B-3A9B-478D-8BAA-D7F7506FD741}" destId="{8ED6FBFE-FE64-406B-90C4-9DB0E46E0FF9}" srcOrd="3" destOrd="0" parTransId="{7A94EDB0-4049-41B3-9776-AF1DEB3D0901}" sibTransId="{7B6E5893-9C45-45BB-9A95-3B51872683A1}"/>
    <dgm:cxn modelId="{8A705D88-14E2-4E6F-856D-63E68B66F510}" srcId="{436B566B-3A9B-478D-8BAA-D7F7506FD741}" destId="{F923DBEE-C71D-4042-9DBB-DADE482847AF}" srcOrd="2" destOrd="0" parTransId="{71C39D48-338A-46AD-BC7B-9AE227F43E75}" sibTransId="{DB387F5C-AD73-44EC-B0B6-F4BDDC857088}"/>
    <dgm:cxn modelId="{1D205395-FB10-45F9-A4CF-2061640CD4A2}" type="presOf" srcId="{F923DBEE-C71D-4042-9DBB-DADE482847AF}" destId="{3127412A-4210-4ABE-8BC5-706DAB8FAC1F}" srcOrd="0" destOrd="0" presId="urn:microsoft.com/office/officeart/2005/8/layout/vList2"/>
    <dgm:cxn modelId="{7A21FBA7-9B32-4702-AE28-D8F3C47965F2}" type="presOf" srcId="{8ED6FBFE-FE64-406B-90C4-9DB0E46E0FF9}" destId="{F4CBD107-D5E8-43EC-B9CF-A5D8ACF318AB}" srcOrd="0" destOrd="0" presId="urn:microsoft.com/office/officeart/2005/8/layout/vList2"/>
    <dgm:cxn modelId="{9B69D4C8-C961-402C-8738-9349E7ED6248}" srcId="{436B566B-3A9B-478D-8BAA-D7F7506FD741}" destId="{D3F087A3-440E-4913-A090-BA1AA990E912}" srcOrd="1" destOrd="0" parTransId="{7A26D116-B7E9-417E-AED5-9000080786EE}" sibTransId="{B9012030-15CA-4572-96F9-A3D218756761}"/>
    <dgm:cxn modelId="{E61475E2-E768-418D-BED8-D85FD739B31E}" srcId="{436B566B-3A9B-478D-8BAA-D7F7506FD741}" destId="{177F1D3A-EA75-4B5E-8E0A-3BB3A204A8E2}" srcOrd="0" destOrd="0" parTransId="{1F184075-1D9A-470D-929D-D4E79AC034DD}" sibTransId="{B160AFAB-E81D-4367-9157-DB77C4CC71CC}"/>
    <dgm:cxn modelId="{DF24C1F6-A272-4B9C-A4C3-8E975D8ECA69}" type="presOf" srcId="{177F1D3A-EA75-4B5E-8E0A-3BB3A204A8E2}" destId="{ACFA5E9D-7593-4CC3-AD56-4CE46B063828}" srcOrd="0" destOrd="0" presId="urn:microsoft.com/office/officeart/2005/8/layout/vList2"/>
    <dgm:cxn modelId="{585A1AF2-1D8F-4FC3-9237-50423C68CE8C}" type="presParOf" srcId="{DBDEAC3E-969D-44B3-90A3-C43E08589775}" destId="{ACFA5E9D-7593-4CC3-AD56-4CE46B063828}" srcOrd="0" destOrd="0" presId="urn:microsoft.com/office/officeart/2005/8/layout/vList2"/>
    <dgm:cxn modelId="{8297506A-4A37-487D-AC19-821B77B1DD24}" type="presParOf" srcId="{DBDEAC3E-969D-44B3-90A3-C43E08589775}" destId="{F7753DE1-3CED-4BCF-ABED-CEA3EC25D07B}" srcOrd="1" destOrd="0" presId="urn:microsoft.com/office/officeart/2005/8/layout/vList2"/>
    <dgm:cxn modelId="{388F65E3-7F3F-4CC5-A32D-41586DB238BA}" type="presParOf" srcId="{DBDEAC3E-969D-44B3-90A3-C43E08589775}" destId="{65F9B488-6531-452B-8704-F23BCBA245C9}" srcOrd="2" destOrd="0" presId="urn:microsoft.com/office/officeart/2005/8/layout/vList2"/>
    <dgm:cxn modelId="{38CDADB9-7CBC-46F3-8907-D6A3B04AC412}" type="presParOf" srcId="{DBDEAC3E-969D-44B3-90A3-C43E08589775}" destId="{E8098614-A9AA-4128-813D-0AF681F0C7C5}" srcOrd="3" destOrd="0" presId="urn:microsoft.com/office/officeart/2005/8/layout/vList2"/>
    <dgm:cxn modelId="{318891B9-4FC5-47E4-923E-E806F281AE53}" type="presParOf" srcId="{DBDEAC3E-969D-44B3-90A3-C43E08589775}" destId="{3127412A-4210-4ABE-8BC5-706DAB8FAC1F}" srcOrd="4" destOrd="0" presId="urn:microsoft.com/office/officeart/2005/8/layout/vList2"/>
    <dgm:cxn modelId="{5C1D3F15-DB3F-42A4-8DC1-1726589C6D11}" type="presParOf" srcId="{DBDEAC3E-969D-44B3-90A3-C43E08589775}" destId="{4A437C33-D4C9-4BD6-B98B-BFDF9C6FD2DC}" srcOrd="5" destOrd="0" presId="urn:microsoft.com/office/officeart/2005/8/layout/vList2"/>
    <dgm:cxn modelId="{F1834E2C-46BF-4C98-B556-04DD1D3B1483}" type="presParOf" srcId="{DBDEAC3E-969D-44B3-90A3-C43E08589775}" destId="{F4CBD107-D5E8-43EC-B9CF-A5D8ACF318A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EF69B3-3A98-4828-A98B-19E6E2454F0E}">
      <dsp:nvSpPr>
        <dsp:cNvPr id="0" name=""/>
        <dsp:cNvSpPr/>
      </dsp:nvSpPr>
      <dsp:spPr>
        <a:xfrm>
          <a:off x="3364992" y="371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Technologie:</a:t>
          </a:r>
          <a:endParaRPr lang="en-US" sz="1900" kern="1200"/>
        </a:p>
      </dsp:txBody>
      <dsp:txXfrm>
        <a:off x="3394085" y="29464"/>
        <a:ext cx="3727430" cy="537785"/>
      </dsp:txXfrm>
    </dsp:sp>
    <dsp:sp modelId="{DDC6997C-7C55-425A-903F-0BAA06CFB4E6}">
      <dsp:nvSpPr>
        <dsp:cNvPr id="0" name=""/>
        <dsp:cNvSpPr/>
      </dsp:nvSpPr>
      <dsp:spPr>
        <a:xfrm>
          <a:off x="3364992" y="626142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ASP.NET Core MVC</a:t>
          </a:r>
          <a:endParaRPr lang="en-US" sz="1900" kern="1200"/>
        </a:p>
      </dsp:txBody>
      <dsp:txXfrm>
        <a:off x="3394085" y="655235"/>
        <a:ext cx="3727430" cy="537785"/>
      </dsp:txXfrm>
    </dsp:sp>
    <dsp:sp modelId="{E4E51B46-3D42-4699-918A-A14E3F505313}">
      <dsp:nvSpPr>
        <dsp:cNvPr id="0" name=""/>
        <dsp:cNvSpPr/>
      </dsp:nvSpPr>
      <dsp:spPr>
        <a:xfrm>
          <a:off x="3364992" y="1251912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Entity Framework Core + migracje</a:t>
          </a:r>
          <a:endParaRPr lang="en-US" sz="1900" kern="1200"/>
        </a:p>
      </dsp:txBody>
      <dsp:txXfrm>
        <a:off x="3394085" y="1281005"/>
        <a:ext cx="3727430" cy="537785"/>
      </dsp:txXfrm>
    </dsp:sp>
    <dsp:sp modelId="{ADDC78DA-E2C2-4D3E-B3DD-CFD7E404C08B}">
      <dsp:nvSpPr>
        <dsp:cNvPr id="0" name=""/>
        <dsp:cNvSpPr/>
      </dsp:nvSpPr>
      <dsp:spPr>
        <a:xfrm>
          <a:off x="3364992" y="1877683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ASP.NET Core Identity</a:t>
          </a:r>
          <a:endParaRPr lang="en-US" sz="1900" kern="1200"/>
        </a:p>
      </dsp:txBody>
      <dsp:txXfrm>
        <a:off x="3394085" y="1906776"/>
        <a:ext cx="3727430" cy="537785"/>
      </dsp:txXfrm>
    </dsp:sp>
    <dsp:sp modelId="{4435E041-E381-4769-9F9C-C6DFE495808C}">
      <dsp:nvSpPr>
        <dsp:cNvPr id="0" name=""/>
        <dsp:cNvSpPr/>
      </dsp:nvSpPr>
      <dsp:spPr>
        <a:xfrm>
          <a:off x="3364992" y="2503453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SQL Server</a:t>
          </a:r>
          <a:endParaRPr lang="en-US" sz="1900" kern="1200"/>
        </a:p>
      </dsp:txBody>
      <dsp:txXfrm>
        <a:off x="3394085" y="2532546"/>
        <a:ext cx="3727430" cy="537785"/>
      </dsp:txXfrm>
    </dsp:sp>
    <dsp:sp modelId="{F2640C3C-CE89-4359-8E29-BC8D41485D8F}">
      <dsp:nvSpPr>
        <dsp:cNvPr id="0" name=""/>
        <dsp:cNvSpPr/>
      </dsp:nvSpPr>
      <dsp:spPr>
        <a:xfrm>
          <a:off x="3364992" y="3129223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Razor Views + Bootstrap</a:t>
          </a:r>
          <a:endParaRPr lang="en-US" sz="1900" kern="1200"/>
        </a:p>
      </dsp:txBody>
      <dsp:txXfrm>
        <a:off x="3394085" y="3158316"/>
        <a:ext cx="3727430" cy="537785"/>
      </dsp:txXfrm>
    </dsp:sp>
    <dsp:sp modelId="{BA5C0EE9-7C0D-4527-B67D-CBE12BF23CCF}">
      <dsp:nvSpPr>
        <dsp:cNvPr id="0" name=""/>
        <dsp:cNvSpPr/>
      </dsp:nvSpPr>
      <dsp:spPr>
        <a:xfrm>
          <a:off x="3364992" y="3754994"/>
          <a:ext cx="3785616" cy="595971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/>
            <a:t>JavaScript (walidacja / UI)</a:t>
          </a:r>
          <a:endParaRPr lang="en-US" sz="1900" kern="1200"/>
        </a:p>
      </dsp:txBody>
      <dsp:txXfrm>
        <a:off x="3394085" y="3784087"/>
        <a:ext cx="3727430" cy="5377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FA5E9D-7593-4CC3-AD56-4CE46B063828}">
      <dsp:nvSpPr>
        <dsp:cNvPr id="0" name=""/>
        <dsp:cNvSpPr/>
      </dsp:nvSpPr>
      <dsp:spPr>
        <a:xfrm>
          <a:off x="0" y="53959"/>
          <a:ext cx="6666833" cy="1228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pełny CRUD</a:t>
          </a:r>
          <a:endParaRPr lang="en-US" sz="5000" kern="12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59970" y="113929"/>
        <a:ext cx="6546893" cy="1108560"/>
      </dsp:txXfrm>
    </dsp:sp>
    <dsp:sp modelId="{65F9B488-6531-452B-8704-F23BCBA245C9}">
      <dsp:nvSpPr>
        <dsp:cNvPr id="0" name=""/>
        <dsp:cNvSpPr/>
      </dsp:nvSpPr>
      <dsp:spPr>
        <a:xfrm>
          <a:off x="0" y="1426459"/>
          <a:ext cx="6666833" cy="122850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role i autoryzacja</a:t>
          </a:r>
          <a:endParaRPr lang="en-US" sz="5000" kern="12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59970" y="1486429"/>
        <a:ext cx="6546893" cy="1108560"/>
      </dsp:txXfrm>
    </dsp:sp>
    <dsp:sp modelId="{3127412A-4210-4ABE-8BC5-706DAB8FAC1F}">
      <dsp:nvSpPr>
        <dsp:cNvPr id="0" name=""/>
        <dsp:cNvSpPr/>
      </dsp:nvSpPr>
      <dsp:spPr>
        <a:xfrm>
          <a:off x="0" y="2798960"/>
          <a:ext cx="6666833" cy="122850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relacyjna baza danych</a:t>
          </a:r>
          <a:endParaRPr lang="en-US" sz="5000" kern="120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59970" y="2858930"/>
        <a:ext cx="6546893" cy="1108560"/>
      </dsp:txXfrm>
    </dsp:sp>
    <dsp:sp modelId="{F4CBD107-D5E8-43EC-B9CF-A5D8ACF318AB}">
      <dsp:nvSpPr>
        <dsp:cNvPr id="0" name=""/>
        <dsp:cNvSpPr/>
      </dsp:nvSpPr>
      <dsp:spPr>
        <a:xfrm>
          <a:off x="0" y="4171460"/>
          <a:ext cx="6666833" cy="12285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 dirty="0">
              <a:solidFill>
                <a:srgbClr val="FFFFFF"/>
              </a:solidFill>
              <a:latin typeface="Aptos" panose="020B0004020202020204"/>
              <a:ea typeface="+mn-ea"/>
              <a:cs typeface="+mn-cs"/>
            </a:rPr>
            <a:t>czytelny interfejs UI</a:t>
          </a:r>
          <a:endParaRPr lang="en-US" sz="5000" kern="1200" dirty="0">
            <a:solidFill>
              <a:srgbClr val="FFFFFF"/>
            </a:solidFill>
            <a:latin typeface="Aptos" panose="020B0004020202020204"/>
            <a:ea typeface="+mn-ea"/>
            <a:cs typeface="+mn-cs"/>
          </a:endParaRPr>
        </a:p>
      </dsp:txBody>
      <dsp:txXfrm>
        <a:off x="59970" y="4231430"/>
        <a:ext cx="6546893" cy="1108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07.02.2026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2189086" y="1817390"/>
            <a:ext cx="8147713" cy="3081242"/>
          </a:xfrm>
        </p:spPr>
        <p:txBody>
          <a:bodyPr anchor="ctr">
            <a:normAutofit/>
          </a:bodyPr>
          <a:lstStyle/>
          <a:p>
            <a:r>
              <a:rPr lang="pl-PL" sz="4800" dirty="0">
                <a:solidFill>
                  <a:srgbClr val="FFFFFF"/>
                </a:solidFill>
                <a:ea typeface="+mj-lt"/>
                <a:cs typeface="+mj-lt"/>
              </a:rPr>
              <a:t>Klinika dentystyczna </a:t>
            </a:r>
            <a:br>
              <a:rPr lang="pl-PL" sz="4800" dirty="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pl-PL" sz="4800" i="1" dirty="0">
                <a:solidFill>
                  <a:srgbClr val="FFFFFF"/>
                </a:solidFill>
                <a:ea typeface="+mj-lt"/>
                <a:cs typeface="+mj-lt"/>
              </a:rPr>
              <a:t>"Zdrowy uśmiech"</a:t>
            </a:r>
            <a:endParaRPr lang="pl-PL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ymbol zastępczy zawartości 2">
            <a:extLst>
              <a:ext uri="{FF2B5EF4-FFF2-40B4-BE49-F238E27FC236}">
                <a16:creationId xmlns:a16="http://schemas.microsoft.com/office/drawing/2014/main" id="{5C3EEAF9-54E2-21AD-6B5A-4F24259ED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2000" b="1">
                <a:ea typeface="+mn-lt"/>
                <a:cs typeface="+mn-lt"/>
              </a:rPr>
              <a:t>Cel projektu: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stworzenie aplikacji MVC,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umożliwienie rezerwacji usług online,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zarządzanie terminami i rezerwacjami,</a:t>
            </a:r>
            <a:endParaRPr lang="pl-PL" sz="2000"/>
          </a:p>
          <a:p>
            <a:r>
              <a:rPr lang="pl-PL" sz="2000">
                <a:ea typeface="+mn-lt"/>
                <a:cs typeface="+mn-lt"/>
              </a:rPr>
              <a:t>wykorzystanie relacyjnej bazy danych.</a:t>
            </a:r>
            <a:endParaRPr lang="pl-PL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2158747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9283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54000">
                <a:schemeClr val="accent1">
                  <a:lumMod val="5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6610" y="5269283"/>
            <a:ext cx="12208610" cy="1590742"/>
          </a:xfrm>
          <a:prstGeom prst="rect">
            <a:avLst/>
          </a:prstGeom>
          <a:gradFill>
            <a:gsLst>
              <a:gs pos="18000">
                <a:schemeClr val="accent1">
                  <a:lumMod val="75000"/>
                  <a:alpha val="0"/>
                </a:schemeClr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98694" y="5267258"/>
            <a:ext cx="4093306" cy="1590742"/>
          </a:xfrm>
          <a:prstGeom prst="rect">
            <a:avLst/>
          </a:prstGeom>
          <a:gradFill>
            <a:gsLst>
              <a:gs pos="23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669" y="5267258"/>
            <a:ext cx="12198669" cy="1131515"/>
          </a:xfrm>
          <a:prstGeom prst="rect">
            <a:avLst/>
          </a:prstGeom>
          <a:gradFill>
            <a:gsLst>
              <a:gs pos="18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5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FA1AAC-C1ED-4F77-BFA4-BE80FC0AC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607" y="5278400"/>
            <a:ext cx="7736926" cy="1590741"/>
          </a:xfrm>
          <a:prstGeom prst="rect">
            <a:avLst/>
          </a:prstGeom>
          <a:gradFill>
            <a:gsLst>
              <a:gs pos="5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41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ymbol zastępczy zawartości 2">
            <a:extLst>
              <a:ext uri="{FF2B5EF4-FFF2-40B4-BE49-F238E27FC236}">
                <a16:creationId xmlns:a16="http://schemas.microsoft.com/office/drawing/2014/main" id="{FA6616E8-8D9F-7369-8A43-FE808390A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489" y="917938"/>
            <a:ext cx="3882863" cy="38379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pl-PL" sz="1700" b="1">
                <a:ea typeface="+mn-lt"/>
                <a:cs typeface="+mn-lt"/>
              </a:rPr>
              <a:t>Użytkownik:</a:t>
            </a:r>
            <a:endParaRPr lang="pl-PL" sz="1700">
              <a:ea typeface="+mn-lt"/>
              <a:cs typeface="+mn-lt"/>
            </a:endParaRPr>
          </a:p>
          <a:p>
            <a:r>
              <a:rPr lang="pl-PL" sz="1700">
                <a:ea typeface="+mn-lt"/>
                <a:cs typeface="+mn-lt"/>
              </a:rPr>
              <a:t>rejestracja i logowanie,</a:t>
            </a:r>
          </a:p>
          <a:p>
            <a:r>
              <a:rPr lang="pl-PL" sz="1700">
                <a:ea typeface="+mn-lt"/>
                <a:cs typeface="+mn-lt"/>
              </a:rPr>
              <a:t>przegląd usług,</a:t>
            </a:r>
          </a:p>
          <a:p>
            <a:r>
              <a:rPr lang="pl-PL" sz="1700">
                <a:ea typeface="+mn-lt"/>
                <a:cs typeface="+mn-lt"/>
              </a:rPr>
              <a:t>rezerwacja wizyty,</a:t>
            </a:r>
          </a:p>
          <a:p>
            <a:r>
              <a:rPr lang="pl-PL" sz="1700">
                <a:ea typeface="+mn-lt"/>
                <a:cs typeface="+mn-lt"/>
              </a:rPr>
              <a:t>podgląd „Moje wizyty”,</a:t>
            </a:r>
          </a:p>
          <a:p>
            <a:r>
              <a:rPr lang="pl-PL" sz="1700">
                <a:ea typeface="+mn-lt"/>
                <a:cs typeface="+mn-lt"/>
              </a:rPr>
              <a:t>edycja i anulowanie rezerwacji.</a:t>
            </a:r>
          </a:p>
          <a:p>
            <a:pPr marL="0" indent="0">
              <a:buNone/>
            </a:pPr>
            <a:r>
              <a:rPr lang="pl-PL" sz="1700" b="1">
                <a:ea typeface="+mn-lt"/>
                <a:cs typeface="+mn-lt"/>
              </a:rPr>
              <a:t>Administrator:</a:t>
            </a:r>
            <a:endParaRPr lang="pl-PL" sz="1700">
              <a:ea typeface="+mn-lt"/>
              <a:cs typeface="+mn-lt"/>
            </a:endParaRPr>
          </a:p>
          <a:p>
            <a:r>
              <a:rPr lang="pl-PL" sz="1700">
                <a:ea typeface="+mn-lt"/>
                <a:cs typeface="+mn-lt"/>
              </a:rPr>
              <a:t>zarządzanie terminami,</a:t>
            </a:r>
          </a:p>
          <a:p>
            <a:r>
              <a:rPr lang="pl-PL" sz="1700">
                <a:ea typeface="+mn-lt"/>
                <a:cs typeface="+mn-lt"/>
              </a:rPr>
              <a:t>przegląd rezerwacji,</a:t>
            </a:r>
          </a:p>
          <a:p>
            <a:r>
              <a:rPr lang="pl-PL" sz="1700">
                <a:ea typeface="+mn-lt"/>
                <a:cs typeface="+mn-lt"/>
              </a:rPr>
              <a:t>zatwierdzanie i odrzucanie wizyt.</a:t>
            </a:r>
          </a:p>
          <a:p>
            <a:endParaRPr lang="pl-PL" sz="1700"/>
          </a:p>
        </p:txBody>
      </p:sp>
    </p:spTree>
    <p:extLst>
      <p:ext uri="{BB962C8B-B14F-4D97-AF65-F5344CB8AC3E}">
        <p14:creationId xmlns:p14="http://schemas.microsoft.com/office/powerpoint/2010/main" val="204291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901934F-0265-303B-514C-85E60EC21E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3345" r="9085" b="99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6" name="Symbol zastępczy zawartości 2">
            <a:extLst>
              <a:ext uri="{FF2B5EF4-FFF2-40B4-BE49-F238E27FC236}">
                <a16:creationId xmlns:a16="http://schemas.microsoft.com/office/drawing/2014/main" id="{56E2E448-B18C-F31D-5271-998EAC0736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1149362"/>
              </p:ext>
            </p:extLst>
          </p:nvPr>
        </p:nvGraphicFramePr>
        <p:xfrm>
          <a:off x="1245781" y="13058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302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4AA0B1AE-3D70-CC82-072D-2C98293AA4C1}"/>
              </a:ext>
            </a:extLst>
          </p:cNvPr>
          <p:cNvSpPr txBox="1"/>
          <p:nvPr/>
        </p:nvSpPr>
        <p:spPr>
          <a:xfrm>
            <a:off x="1079866" y="2601834"/>
            <a:ext cx="2538796" cy="355968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b="1" err="1"/>
              <a:t>Główne</a:t>
            </a:r>
            <a:r>
              <a:rPr lang="en-US" sz="2200" b="1"/>
              <a:t> </a:t>
            </a:r>
            <a:r>
              <a:rPr lang="en-US" sz="2200" b="1" err="1"/>
              <a:t>tabele</a:t>
            </a:r>
            <a:r>
              <a:rPr lang="en-US" sz="2200" b="1"/>
              <a:t>:</a:t>
            </a:r>
            <a:endParaRPr lang="en-US" sz="22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Users (Identity)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Services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Dentists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TimeSlots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Reservations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4" name="Symbol zastępczy zawartości 3" descr="Obraz zawierający tekst, diagram, zrzut ekranu, Równolegle&#10;&#10;Zawartość wygenerowana przez AI może być niepoprawna.">
            <a:extLst>
              <a:ext uri="{FF2B5EF4-FFF2-40B4-BE49-F238E27FC236}">
                <a16:creationId xmlns:a16="http://schemas.microsoft.com/office/drawing/2014/main" id="{D4BDE1E1-877F-2063-FF07-8FDA74268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2726" y="640080"/>
            <a:ext cx="513161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7BC0D4C0-3878-0D86-0220-1C22A1F824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718" y="1338445"/>
            <a:ext cx="75659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97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E7930094-C4AC-CFA0-0195-92CCAAF79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450" y="894986"/>
            <a:ext cx="76426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10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03DC66C6-1F5F-BD26-FB07-AFF6957C5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0541" y="738838"/>
            <a:ext cx="78632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24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B903288D-03FC-1BFB-454E-06F2BE082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7597" y="863756"/>
            <a:ext cx="74988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1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Strona internetowa&#10;&#10;Zawartość wygenerowana przez AI może być niepoprawna.">
            <a:extLst>
              <a:ext uri="{FF2B5EF4-FFF2-40B4-BE49-F238E27FC236}">
                <a16:creationId xmlns:a16="http://schemas.microsoft.com/office/drawing/2014/main" id="{03BC6F40-110D-70AC-091C-4248F467DA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5322" y="870002"/>
            <a:ext cx="78185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610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numer&#10;&#10;Zawartość wygenerowana przez AI może być niepoprawna.">
            <a:extLst>
              <a:ext uri="{FF2B5EF4-FFF2-40B4-BE49-F238E27FC236}">
                <a16:creationId xmlns:a16="http://schemas.microsoft.com/office/drawing/2014/main" id="{FF767B2B-E9E1-32EF-010E-5C0E47865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0481" y="969936"/>
            <a:ext cx="72356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88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ymbol zastępczy zawartości 3" descr="Obraz zawierający tekst, zrzut ekranu, oprogramowanie, Ikona komputerowa&#10;&#10;Zawartość wygenerowana przez AI może być niepoprawna.">
            <a:extLst>
              <a:ext uri="{FF2B5EF4-FFF2-40B4-BE49-F238E27FC236}">
                <a16:creationId xmlns:a16="http://schemas.microsoft.com/office/drawing/2014/main" id="{5B1B948F-0CCA-3B98-2B38-7C68ECC5D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886" y="801298"/>
            <a:ext cx="76856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0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945B887-33A0-701A-57AE-EBBBB21AC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pl-PL" sz="3700">
                <a:solidFill>
                  <a:srgbClr val="FFFFFF"/>
                </a:solidFill>
                <a:ea typeface="+mj-lt"/>
                <a:cs typeface="+mj-lt"/>
              </a:rPr>
              <a:t>Podsumowanie</a:t>
            </a:r>
            <a:endParaRPr lang="pl-PL" sz="3700">
              <a:solidFill>
                <a:srgbClr val="FFFFFF"/>
              </a:solidFill>
            </a:endParaRPr>
          </a:p>
        </p:txBody>
      </p:sp>
      <p:graphicFrame>
        <p:nvGraphicFramePr>
          <p:cNvPr id="8" name="Symbol zastępczy zawartości 5">
            <a:extLst>
              <a:ext uri="{FF2B5EF4-FFF2-40B4-BE49-F238E27FC236}">
                <a16:creationId xmlns:a16="http://schemas.microsoft.com/office/drawing/2014/main" id="{F13CBEAB-A81F-6DF1-EC46-FA4B731F91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507776"/>
              </p:ext>
            </p:extLst>
          </p:nvPr>
        </p:nvGraphicFramePr>
        <p:xfrm>
          <a:off x="4780134" y="719211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922854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Panoramiczny</PresentationFormat>
  <Paragraphs>0</Paragraphs>
  <Slides>13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14" baseType="lpstr">
      <vt:lpstr>Motyw pakietu Office</vt:lpstr>
      <vt:lpstr>Klinika dentystyczna  "Zdrowy uśmiech"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83</cp:revision>
  <dcterms:created xsi:type="dcterms:W3CDTF">2026-02-08T03:50:02Z</dcterms:created>
  <dcterms:modified xsi:type="dcterms:W3CDTF">2026-02-08T04:06:03Z</dcterms:modified>
</cp:coreProperties>
</file>